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61" r:id="rId6"/>
    <p:sldId id="262" r:id="rId7"/>
    <p:sldId id="263" r:id="rId8"/>
    <p:sldId id="264" r:id="rId9"/>
    <p:sldId id="267" r:id="rId10"/>
    <p:sldId id="265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1527"/>
    <a:srgbClr val="535353"/>
    <a:srgbClr val="DF1531"/>
    <a:srgbClr val="C9C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B9F131-3B5A-497E-A146-93321C25FC5D}" v="4" dt="2026-05-12T22:22:50.4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4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saputra 109" userId="9a34ffd2281d9ad2" providerId="LiveId" clId="{75D725F5-8932-4BD1-956B-65102BBD0D9A}"/>
    <pc:docChg chg="undo redo custSel addSld delSld modSld sldOrd">
      <pc:chgData name="kevin saputra 109" userId="9a34ffd2281d9ad2" providerId="LiveId" clId="{75D725F5-8932-4BD1-956B-65102BBD0D9A}" dt="2026-05-12T22:39:37.396" v="10089" actId="255"/>
      <pc:docMkLst>
        <pc:docMk/>
      </pc:docMkLst>
      <pc:sldChg chg="addSp delSp modSp mod">
        <pc:chgData name="kevin saputra 109" userId="9a34ffd2281d9ad2" providerId="LiveId" clId="{75D725F5-8932-4BD1-956B-65102BBD0D9A}" dt="2026-05-12T22:13:46.962" v="8142" actId="1076"/>
        <pc:sldMkLst>
          <pc:docMk/>
          <pc:sldMk cId="4141932129" sldId="256"/>
        </pc:sldMkLst>
        <pc:spChg chg="mod">
          <ac:chgData name="kevin saputra 109" userId="9a34ffd2281d9ad2" providerId="LiveId" clId="{75D725F5-8932-4BD1-956B-65102BBD0D9A}" dt="2026-05-12T22:13:46.962" v="8142" actId="1076"/>
          <ac:spMkLst>
            <pc:docMk/>
            <pc:sldMk cId="4141932129" sldId="256"/>
            <ac:spMk id="4" creationId="{71059EC4-BE26-4F77-AD7C-4AA1E1D8667C}"/>
          </ac:spMkLst>
        </pc:spChg>
        <pc:spChg chg="mod">
          <ac:chgData name="kevin saputra 109" userId="9a34ffd2281d9ad2" providerId="LiveId" clId="{75D725F5-8932-4BD1-956B-65102BBD0D9A}" dt="2026-05-12T22:12:24.589" v="8126" actId="20577"/>
          <ac:spMkLst>
            <pc:docMk/>
            <pc:sldMk cId="4141932129" sldId="256"/>
            <ac:spMk id="5" creationId="{71F19F8C-C825-71E3-0361-A979EF074398}"/>
          </ac:spMkLst>
        </pc:spChg>
      </pc:sldChg>
      <pc:sldChg chg="delSp modSp mod">
        <pc:chgData name="kevin saputra 109" userId="9a34ffd2281d9ad2" providerId="LiveId" clId="{75D725F5-8932-4BD1-956B-65102BBD0D9A}" dt="2026-05-12T22:38:15.723" v="10020"/>
        <pc:sldMkLst>
          <pc:docMk/>
          <pc:sldMk cId="3055177462" sldId="260"/>
        </pc:sldMkLst>
        <pc:spChg chg="del mod">
          <ac:chgData name="kevin saputra 109" userId="9a34ffd2281d9ad2" providerId="LiveId" clId="{75D725F5-8932-4BD1-956B-65102BBD0D9A}" dt="2026-05-12T22:38:15.723" v="10020"/>
          <ac:spMkLst>
            <pc:docMk/>
            <pc:sldMk cId="3055177462" sldId="260"/>
            <ac:spMk id="5" creationId="{71F19F8C-C825-71E3-0361-A979EF074398}"/>
          </ac:spMkLst>
        </pc:spChg>
      </pc:sldChg>
      <pc:sldChg chg="modSp mod">
        <pc:chgData name="kevin saputra 109" userId="9a34ffd2281d9ad2" providerId="LiveId" clId="{75D725F5-8932-4BD1-956B-65102BBD0D9A}" dt="2026-05-12T22:39:37.396" v="10089" actId="255"/>
        <pc:sldMkLst>
          <pc:docMk/>
          <pc:sldMk cId="2730366152" sldId="261"/>
        </pc:sldMkLst>
        <pc:spChg chg="mod">
          <ac:chgData name="kevin saputra 109" userId="9a34ffd2281d9ad2" providerId="LiveId" clId="{75D725F5-8932-4BD1-956B-65102BBD0D9A}" dt="2026-05-12T22:39:37.396" v="10089" actId="255"/>
          <ac:spMkLst>
            <pc:docMk/>
            <pc:sldMk cId="2730366152" sldId="261"/>
            <ac:spMk id="3" creationId="{0EB13776-F8F6-2BA6-2F58-F5DB02F5A5C9}"/>
          </ac:spMkLst>
        </pc:spChg>
        <pc:spChg chg="mod">
          <ac:chgData name="kevin saputra 109" userId="9a34ffd2281d9ad2" providerId="LiveId" clId="{75D725F5-8932-4BD1-956B-65102BBD0D9A}" dt="2026-05-12T22:14:08.881" v="8166" actId="20577"/>
          <ac:spMkLst>
            <pc:docMk/>
            <pc:sldMk cId="2730366152" sldId="261"/>
            <ac:spMk id="4" creationId="{EC4597F9-014B-B6FA-015E-E84D5A968ECF}"/>
          </ac:spMkLst>
        </pc:spChg>
      </pc:sldChg>
      <pc:sldChg chg="modSp mod">
        <pc:chgData name="kevin saputra 109" userId="9a34ffd2281d9ad2" providerId="LiveId" clId="{75D725F5-8932-4BD1-956B-65102BBD0D9A}" dt="2026-05-12T22:19:45.834" v="8812" actId="20577"/>
        <pc:sldMkLst>
          <pc:docMk/>
          <pc:sldMk cId="2186404436" sldId="262"/>
        </pc:sldMkLst>
        <pc:spChg chg="mod">
          <ac:chgData name="kevin saputra 109" userId="9a34ffd2281d9ad2" providerId="LiveId" clId="{75D725F5-8932-4BD1-956B-65102BBD0D9A}" dt="2026-05-12T22:19:45.834" v="8812" actId="20577"/>
          <ac:spMkLst>
            <pc:docMk/>
            <pc:sldMk cId="2186404436" sldId="262"/>
            <ac:spMk id="3" creationId="{372C4E71-0634-63AF-CD17-D9BC73631AB3}"/>
          </ac:spMkLst>
        </pc:spChg>
        <pc:spChg chg="mod">
          <ac:chgData name="kevin saputra 109" userId="9a34ffd2281d9ad2" providerId="LiveId" clId="{75D725F5-8932-4BD1-956B-65102BBD0D9A}" dt="2026-05-12T22:14:18.588" v="8181" actId="20577"/>
          <ac:spMkLst>
            <pc:docMk/>
            <pc:sldMk cId="2186404436" sldId="262"/>
            <ac:spMk id="4" creationId="{282BAAE7-087F-4EB8-B5AB-C146095188AE}"/>
          </ac:spMkLst>
        </pc:spChg>
      </pc:sldChg>
      <pc:sldChg chg="addSp delSp modSp mod">
        <pc:chgData name="kevin saputra 109" userId="9a34ffd2281d9ad2" providerId="LiveId" clId="{75D725F5-8932-4BD1-956B-65102BBD0D9A}" dt="2026-05-12T22:23:25.771" v="8996" actId="1076"/>
        <pc:sldMkLst>
          <pc:docMk/>
          <pc:sldMk cId="892532771" sldId="263"/>
        </pc:sldMkLst>
        <pc:spChg chg="mod">
          <ac:chgData name="kevin saputra 109" userId="9a34ffd2281d9ad2" providerId="LiveId" clId="{75D725F5-8932-4BD1-956B-65102BBD0D9A}" dt="2026-05-12T22:22:50.430" v="8993"/>
          <ac:spMkLst>
            <pc:docMk/>
            <pc:sldMk cId="892532771" sldId="263"/>
            <ac:spMk id="3" creationId="{0E2B98EF-AC16-7C0A-ADB8-313BE2140C2B}"/>
          </ac:spMkLst>
        </pc:spChg>
        <pc:spChg chg="mod">
          <ac:chgData name="kevin saputra 109" userId="9a34ffd2281d9ad2" providerId="LiveId" clId="{75D725F5-8932-4BD1-956B-65102BBD0D9A}" dt="2026-05-12T22:20:00.335" v="8829" actId="20577"/>
          <ac:spMkLst>
            <pc:docMk/>
            <pc:sldMk cId="892532771" sldId="263"/>
            <ac:spMk id="4" creationId="{35292C31-5DF8-EF9B-1C3A-1BEA9378C698}"/>
          </ac:spMkLst>
        </pc:spChg>
        <pc:picChg chg="del">
          <ac:chgData name="kevin saputra 109" userId="9a34ffd2281d9ad2" providerId="LiveId" clId="{75D725F5-8932-4BD1-956B-65102BBD0D9A}" dt="2026-05-12T22:20:39.523" v="8960" actId="478"/>
          <ac:picMkLst>
            <pc:docMk/>
            <pc:sldMk cId="892532771" sldId="263"/>
            <ac:picMk id="5" creationId="{9B7689BA-C27A-6A90-B08F-F5B18A9544FE}"/>
          </ac:picMkLst>
        </pc:picChg>
        <pc:picChg chg="add mod">
          <ac:chgData name="kevin saputra 109" userId="9a34ffd2281d9ad2" providerId="LiveId" clId="{75D725F5-8932-4BD1-956B-65102BBD0D9A}" dt="2026-05-12T22:23:25.771" v="8996" actId="1076"/>
          <ac:picMkLst>
            <pc:docMk/>
            <pc:sldMk cId="892532771" sldId="263"/>
            <ac:picMk id="6" creationId="{3AB1585A-0A57-BBEE-2B9E-33D17826EF39}"/>
          </ac:picMkLst>
        </pc:picChg>
        <pc:picChg chg="del">
          <ac:chgData name="kevin saputra 109" userId="9a34ffd2281d9ad2" providerId="LiveId" clId="{75D725F5-8932-4BD1-956B-65102BBD0D9A}" dt="2026-05-12T22:20:40.875" v="8961" actId="478"/>
          <ac:picMkLst>
            <pc:docMk/>
            <pc:sldMk cId="892532771" sldId="263"/>
            <ac:picMk id="8" creationId="{E7BCDEE3-B174-C2E0-0929-7E22219958B4}"/>
          </ac:picMkLst>
        </pc:picChg>
        <pc:picChg chg="del">
          <ac:chgData name="kevin saputra 109" userId="9a34ffd2281d9ad2" providerId="LiveId" clId="{75D725F5-8932-4BD1-956B-65102BBD0D9A}" dt="2026-05-12T22:20:42.497" v="8962" actId="478"/>
          <ac:picMkLst>
            <pc:docMk/>
            <pc:sldMk cId="892532771" sldId="263"/>
            <ac:picMk id="10" creationId="{0F9FFA8A-748D-7831-52C5-D3F45ABE0081}"/>
          </ac:picMkLst>
        </pc:picChg>
        <pc:picChg chg="del">
          <ac:chgData name="kevin saputra 109" userId="9a34ffd2281d9ad2" providerId="LiveId" clId="{75D725F5-8932-4BD1-956B-65102BBD0D9A}" dt="2026-05-12T22:20:43.500" v="8963" actId="478"/>
          <ac:picMkLst>
            <pc:docMk/>
            <pc:sldMk cId="892532771" sldId="263"/>
            <ac:picMk id="12" creationId="{B73AE451-BB00-479D-C988-65AF094875A9}"/>
          </ac:picMkLst>
        </pc:picChg>
      </pc:sldChg>
      <pc:sldChg chg="addSp delSp modSp mod">
        <pc:chgData name="kevin saputra 109" userId="9a34ffd2281d9ad2" providerId="LiveId" clId="{75D725F5-8932-4BD1-956B-65102BBD0D9A}" dt="2026-05-12T22:28:07.601" v="9219" actId="1076"/>
        <pc:sldMkLst>
          <pc:docMk/>
          <pc:sldMk cId="1082964905" sldId="264"/>
        </pc:sldMkLst>
        <pc:spChg chg="mod">
          <ac:chgData name="kevin saputra 109" userId="9a34ffd2281d9ad2" providerId="LiveId" clId="{75D725F5-8932-4BD1-956B-65102BBD0D9A}" dt="2026-05-12T22:23:46.952" v="9038" actId="20577"/>
          <ac:spMkLst>
            <pc:docMk/>
            <pc:sldMk cId="1082964905" sldId="264"/>
            <ac:spMk id="4" creationId="{2C4C00CC-4A38-2574-ABA7-DE107D0477B4}"/>
          </ac:spMkLst>
        </pc:spChg>
        <pc:spChg chg="mod">
          <ac:chgData name="kevin saputra 109" userId="9a34ffd2281d9ad2" providerId="LiveId" clId="{75D725F5-8932-4BD1-956B-65102BBD0D9A}" dt="2026-05-12T22:25:11.940" v="9209" actId="20577"/>
          <ac:spMkLst>
            <pc:docMk/>
            <pc:sldMk cId="1082964905" sldId="264"/>
            <ac:spMk id="9" creationId="{A30BBEB8-2311-5E9F-7092-4F338CCB9BE2}"/>
          </ac:spMkLst>
        </pc:spChg>
        <pc:picChg chg="del">
          <ac:chgData name="kevin saputra 109" userId="9a34ffd2281d9ad2" providerId="LiveId" clId="{75D725F5-8932-4BD1-956B-65102BBD0D9A}" dt="2026-05-12T22:23:48.927" v="9039" actId="478"/>
          <ac:picMkLst>
            <pc:docMk/>
            <pc:sldMk cId="1082964905" sldId="264"/>
            <ac:picMk id="2" creationId="{47F25719-E7FC-BD33-97A4-CE8716E60A34}"/>
          </ac:picMkLst>
        </pc:picChg>
        <pc:picChg chg="add mod">
          <ac:chgData name="kevin saputra 109" userId="9a34ffd2281d9ad2" providerId="LiveId" clId="{75D725F5-8932-4BD1-956B-65102BBD0D9A}" dt="2026-05-12T22:28:01.233" v="9217" actId="1076"/>
          <ac:picMkLst>
            <pc:docMk/>
            <pc:sldMk cId="1082964905" sldId="264"/>
            <ac:picMk id="5" creationId="{F483A79E-74FF-C195-139F-00FF3AF57456}"/>
          </ac:picMkLst>
        </pc:picChg>
        <pc:picChg chg="add mod">
          <ac:chgData name="kevin saputra 109" userId="9a34ffd2281d9ad2" providerId="LiveId" clId="{75D725F5-8932-4BD1-956B-65102BBD0D9A}" dt="2026-05-12T22:28:07.601" v="9219" actId="1076"/>
          <ac:picMkLst>
            <pc:docMk/>
            <pc:sldMk cId="1082964905" sldId="264"/>
            <ac:picMk id="8" creationId="{C8386245-2528-586E-E1A7-B7076093D8A6}"/>
          </ac:picMkLst>
        </pc:picChg>
      </pc:sldChg>
      <pc:sldChg chg="addSp delSp modSp mod">
        <pc:chgData name="kevin saputra 109" userId="9a34ffd2281d9ad2" providerId="LiveId" clId="{75D725F5-8932-4BD1-956B-65102BBD0D9A}" dt="2026-05-12T22:37:47.570" v="10008" actId="1076"/>
        <pc:sldMkLst>
          <pc:docMk/>
          <pc:sldMk cId="3410822773" sldId="265"/>
        </pc:sldMkLst>
        <pc:spChg chg="mod">
          <ac:chgData name="kevin saputra 109" userId="9a34ffd2281d9ad2" providerId="LiveId" clId="{75D725F5-8932-4BD1-956B-65102BBD0D9A}" dt="2026-05-12T22:34:15.618" v="9482" actId="20577"/>
          <ac:spMkLst>
            <pc:docMk/>
            <pc:sldMk cId="3410822773" sldId="265"/>
            <ac:spMk id="4" creationId="{06A25F71-9E13-454D-00BD-CFE0B8B9FC0E}"/>
          </ac:spMkLst>
        </pc:spChg>
        <pc:spChg chg="mod">
          <ac:chgData name="kevin saputra 109" userId="9a34ffd2281d9ad2" providerId="LiveId" clId="{75D725F5-8932-4BD1-956B-65102BBD0D9A}" dt="2026-05-12T22:37:40.518" v="10006" actId="255"/>
          <ac:spMkLst>
            <pc:docMk/>
            <pc:sldMk cId="3410822773" sldId="265"/>
            <ac:spMk id="6" creationId="{46D629D7-626D-0F66-2849-704854AD508B}"/>
          </ac:spMkLst>
        </pc:spChg>
        <pc:spChg chg="del mod">
          <ac:chgData name="kevin saputra 109" userId="9a34ffd2281d9ad2" providerId="LiveId" clId="{75D725F5-8932-4BD1-956B-65102BBD0D9A}" dt="2026-05-12T22:34:26.788" v="9488"/>
          <ac:spMkLst>
            <pc:docMk/>
            <pc:sldMk cId="3410822773" sldId="265"/>
            <ac:spMk id="9" creationId="{EFD37D58-8BCF-8517-0FE8-567743415320}"/>
          </ac:spMkLst>
        </pc:spChg>
        <pc:spChg chg="del mod">
          <ac:chgData name="kevin saputra 109" userId="9a34ffd2281d9ad2" providerId="LiveId" clId="{75D725F5-8932-4BD1-956B-65102BBD0D9A}" dt="2026-05-12T22:34:26.788" v="9490"/>
          <ac:spMkLst>
            <pc:docMk/>
            <pc:sldMk cId="3410822773" sldId="265"/>
            <ac:spMk id="11" creationId="{6AD72B43-0EB1-6DD6-CA5E-349D5E622897}"/>
          </ac:spMkLst>
        </pc:spChg>
        <pc:picChg chg="del">
          <ac:chgData name="kevin saputra 109" userId="9a34ffd2281d9ad2" providerId="LiveId" clId="{75D725F5-8932-4BD1-956B-65102BBD0D9A}" dt="2026-05-12T22:34:17.745" v="9483" actId="478"/>
          <ac:picMkLst>
            <pc:docMk/>
            <pc:sldMk cId="3410822773" sldId="265"/>
            <ac:picMk id="2" creationId="{5D60E874-D268-3511-F96C-2EDD34F5AAED}"/>
          </ac:picMkLst>
        </pc:picChg>
        <pc:picChg chg="add mod">
          <ac:chgData name="kevin saputra 109" userId="9a34ffd2281d9ad2" providerId="LiveId" clId="{75D725F5-8932-4BD1-956B-65102BBD0D9A}" dt="2026-05-12T22:37:47.570" v="10008" actId="1076"/>
          <ac:picMkLst>
            <pc:docMk/>
            <pc:sldMk cId="3410822773" sldId="265"/>
            <ac:picMk id="5" creationId="{DB60D7A2-175D-2365-2A31-AE6435BDE426}"/>
          </ac:picMkLst>
        </pc:picChg>
      </pc:sldChg>
      <pc:sldChg chg="del">
        <pc:chgData name="kevin saputra 109" userId="9a34ffd2281d9ad2" providerId="LiveId" clId="{75D725F5-8932-4BD1-956B-65102BBD0D9A}" dt="2026-05-12T22:37:59.680" v="10009" actId="47"/>
        <pc:sldMkLst>
          <pc:docMk/>
          <pc:sldMk cId="694769201" sldId="266"/>
        </pc:sldMkLst>
      </pc:sldChg>
      <pc:sldChg chg="addSp delSp modSp mod">
        <pc:chgData name="kevin saputra 109" userId="9a34ffd2281d9ad2" providerId="LiveId" clId="{75D725F5-8932-4BD1-956B-65102BBD0D9A}" dt="2026-05-12T22:33:01.461" v="9470" actId="1076"/>
        <pc:sldMkLst>
          <pc:docMk/>
          <pc:sldMk cId="357834079" sldId="267"/>
        </pc:sldMkLst>
        <pc:spChg chg="mod">
          <ac:chgData name="kevin saputra 109" userId="9a34ffd2281d9ad2" providerId="LiveId" clId="{75D725F5-8932-4BD1-956B-65102BBD0D9A}" dt="2026-05-12T22:31:59.179" v="9458" actId="1076"/>
          <ac:spMkLst>
            <pc:docMk/>
            <pc:sldMk cId="357834079" sldId="267"/>
            <ac:spMk id="3" creationId="{629C2856-B55F-C6B6-54AA-5B2F87692EB4}"/>
          </ac:spMkLst>
        </pc:spChg>
        <pc:spChg chg="mod">
          <ac:chgData name="kevin saputra 109" userId="9a34ffd2281d9ad2" providerId="LiveId" clId="{75D725F5-8932-4BD1-956B-65102BBD0D9A}" dt="2026-05-12T22:28:28.828" v="9255" actId="1076"/>
          <ac:spMkLst>
            <pc:docMk/>
            <pc:sldMk cId="357834079" sldId="267"/>
            <ac:spMk id="4" creationId="{3894A7A0-0923-B5B4-2624-EC5A74E760EB}"/>
          </ac:spMkLst>
        </pc:spChg>
        <pc:spChg chg="mod">
          <ac:chgData name="kevin saputra 109" userId="9a34ffd2281d9ad2" providerId="LiveId" clId="{75D725F5-8932-4BD1-956B-65102BBD0D9A}" dt="2026-05-12T22:29:05.646" v="9282" actId="1076"/>
          <ac:spMkLst>
            <pc:docMk/>
            <pc:sldMk cId="357834079" sldId="267"/>
            <ac:spMk id="7" creationId="{787CE217-3F53-EA65-BB71-EFED264DC058}"/>
          </ac:spMkLst>
        </pc:spChg>
        <pc:spChg chg="del mod">
          <ac:chgData name="kevin saputra 109" userId="9a34ffd2281d9ad2" providerId="LiveId" clId="{75D725F5-8932-4BD1-956B-65102BBD0D9A}" dt="2026-05-12T22:28:50.048" v="9278"/>
          <ac:spMkLst>
            <pc:docMk/>
            <pc:sldMk cId="357834079" sldId="267"/>
            <ac:spMk id="9" creationId="{2714301D-9B56-BF47-DFD9-D85194B2AF5C}"/>
          </ac:spMkLst>
        </pc:spChg>
        <pc:spChg chg="del mod">
          <ac:chgData name="kevin saputra 109" userId="9a34ffd2281d9ad2" providerId="LiveId" clId="{75D725F5-8932-4BD1-956B-65102BBD0D9A}" dt="2026-05-12T22:28:50.048" v="9276"/>
          <ac:spMkLst>
            <pc:docMk/>
            <pc:sldMk cId="357834079" sldId="267"/>
            <ac:spMk id="10" creationId="{CCAC8842-84ED-B6AD-D8FC-1D5ECCED146C}"/>
          </ac:spMkLst>
        </pc:spChg>
        <pc:spChg chg="del mod">
          <ac:chgData name="kevin saputra 109" userId="9a34ffd2281d9ad2" providerId="LiveId" clId="{75D725F5-8932-4BD1-956B-65102BBD0D9A}" dt="2026-05-12T22:28:50.049" v="9280"/>
          <ac:spMkLst>
            <pc:docMk/>
            <pc:sldMk cId="357834079" sldId="267"/>
            <ac:spMk id="12" creationId="{27B95C47-D2C8-BA30-6399-FE59EBADADED}"/>
          </ac:spMkLst>
        </pc:spChg>
        <pc:picChg chg="del">
          <ac:chgData name="kevin saputra 109" userId="9a34ffd2281d9ad2" providerId="LiveId" clId="{75D725F5-8932-4BD1-956B-65102BBD0D9A}" dt="2026-05-12T22:28:30.579" v="9256" actId="478"/>
          <ac:picMkLst>
            <pc:docMk/>
            <pc:sldMk cId="357834079" sldId="267"/>
            <ac:picMk id="2" creationId="{7EA2EEDC-9215-19A7-14C1-7FF50A8CD7D6}"/>
          </ac:picMkLst>
        </pc:picChg>
        <pc:picChg chg="add mod">
          <ac:chgData name="kevin saputra 109" userId="9a34ffd2281d9ad2" providerId="LiveId" clId="{75D725F5-8932-4BD1-956B-65102BBD0D9A}" dt="2026-05-12T22:33:01.461" v="9470" actId="1076"/>
          <ac:picMkLst>
            <pc:docMk/>
            <pc:sldMk cId="357834079" sldId="267"/>
            <ac:picMk id="6" creationId="{A02CADA8-A023-9592-DB32-0BF95CBE78D3}"/>
          </ac:picMkLst>
        </pc:picChg>
        <pc:picChg chg="add mod">
          <ac:chgData name="kevin saputra 109" userId="9a34ffd2281d9ad2" providerId="LiveId" clId="{75D725F5-8932-4BD1-956B-65102BBD0D9A}" dt="2026-05-12T22:32:59.468" v="9469" actId="1076"/>
          <ac:picMkLst>
            <pc:docMk/>
            <pc:sldMk cId="357834079" sldId="267"/>
            <ac:picMk id="11" creationId="{AD343115-ABF9-6D75-86D7-3E7B086396E8}"/>
          </ac:picMkLst>
        </pc:picChg>
      </pc:sldChg>
      <pc:sldChg chg="del">
        <pc:chgData name="kevin saputra 109" userId="9a34ffd2281d9ad2" providerId="LiveId" clId="{75D725F5-8932-4BD1-956B-65102BBD0D9A}" dt="2026-05-12T22:38:00.886" v="10010" actId="47"/>
        <pc:sldMkLst>
          <pc:docMk/>
          <pc:sldMk cId="1884757266" sldId="268"/>
        </pc:sldMkLst>
      </pc:sldChg>
      <pc:sldChg chg="del">
        <pc:chgData name="kevin saputra 109" userId="9a34ffd2281d9ad2" providerId="LiveId" clId="{75D725F5-8932-4BD1-956B-65102BBD0D9A}" dt="2026-05-12T22:38:02.330" v="10011" actId="47"/>
        <pc:sldMkLst>
          <pc:docMk/>
          <pc:sldMk cId="3861922263" sldId="269"/>
        </pc:sldMkLst>
      </pc:sldChg>
      <pc:sldChg chg="del">
        <pc:chgData name="kevin saputra 109" userId="9a34ffd2281d9ad2" providerId="LiveId" clId="{75D725F5-8932-4BD1-956B-65102BBD0D9A}" dt="2026-05-12T22:38:03.296" v="10012" actId="47"/>
        <pc:sldMkLst>
          <pc:docMk/>
          <pc:sldMk cId="2428737215" sldId="270"/>
        </pc:sldMkLst>
      </pc:sldChg>
      <pc:sldChg chg="del">
        <pc:chgData name="kevin saputra 109" userId="9a34ffd2281d9ad2" providerId="LiveId" clId="{75D725F5-8932-4BD1-956B-65102BBD0D9A}" dt="2026-05-12T22:38:04.052" v="10013" actId="47"/>
        <pc:sldMkLst>
          <pc:docMk/>
          <pc:sldMk cId="1935638485" sldId="271"/>
        </pc:sldMkLst>
      </pc:sldChg>
      <pc:sldChg chg="del">
        <pc:chgData name="kevin saputra 109" userId="9a34ffd2281d9ad2" providerId="LiveId" clId="{75D725F5-8932-4BD1-956B-65102BBD0D9A}" dt="2026-05-12T22:38:04.925" v="10015" actId="47"/>
        <pc:sldMkLst>
          <pc:docMk/>
          <pc:sldMk cId="3890582885" sldId="272"/>
        </pc:sldMkLst>
      </pc:sldChg>
      <pc:sldChg chg="del">
        <pc:chgData name="kevin saputra 109" userId="9a34ffd2281d9ad2" providerId="LiveId" clId="{75D725F5-8932-4BD1-956B-65102BBD0D9A}" dt="2026-05-12T22:38:06.209" v="10016" actId="47"/>
        <pc:sldMkLst>
          <pc:docMk/>
          <pc:sldMk cId="4293548811" sldId="273"/>
        </pc:sldMkLst>
      </pc:sldChg>
      <pc:sldChg chg="del">
        <pc:chgData name="kevin saputra 109" userId="9a34ffd2281d9ad2" providerId="LiveId" clId="{75D725F5-8932-4BD1-956B-65102BBD0D9A}" dt="2026-05-12T22:38:10.483" v="10017" actId="47"/>
        <pc:sldMkLst>
          <pc:docMk/>
          <pc:sldMk cId="4215127543" sldId="274"/>
        </pc:sldMkLst>
      </pc:sldChg>
      <pc:sldChg chg="del">
        <pc:chgData name="kevin saputra 109" userId="9a34ffd2281d9ad2" providerId="LiveId" clId="{75D725F5-8932-4BD1-956B-65102BBD0D9A}" dt="2026-05-12T22:38:04.539" v="10014" actId="47"/>
        <pc:sldMkLst>
          <pc:docMk/>
          <pc:sldMk cId="1523665839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2E4D7-D5AE-473A-AA19-FF80FA5D2AB3}" type="datetimeFigureOut">
              <a:rPr lang="en-ID" smtClean="0"/>
              <a:t>13/05/2026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C4A97B-C2C8-4B05-9073-C9E5CBA306B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85513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1F67B-6659-D4DE-46C0-D398141436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87259-475D-8D4A-02DB-79EB8B219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B0315-D62D-6A50-1C77-44B1AE21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43DE7-E1AB-E347-AC4D-6A13303409E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E739F-33A8-0815-792F-E7F63C3EB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AB749-606C-9BEB-CD31-309604918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EB542-1B93-5C4B-B732-0581DE808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465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5BE3C-E307-78B2-8957-9DC05F59C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CF875-6E21-70EA-3297-45456931B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4EE95-6904-D52D-7BCB-58DFE469C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43DE7-E1AB-E347-AC4D-6A13303409E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8B50E-9CF3-D496-260E-E3A3C6361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9D577-7863-5C1F-A6D6-7E0251623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EB542-1B93-5C4B-B732-0581DE808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56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0F308-D08B-6A25-3B34-57395DA26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EFD6F-78EB-871B-4D81-BBEEED679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8528F-E2DB-2D37-8C2C-FCC1F10F7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43DE7-E1AB-E347-AC4D-6A13303409E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F36E3-9A3D-3A40-B6EE-76027EF11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5FD60-17D5-2679-FC6E-4F12519C6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EB542-1B93-5C4B-B732-0581DE808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134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2D9BB-3B40-5C32-C518-0584EF1A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F300E-2273-3B3E-5AF3-978635D95E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303D3F-5E83-4062-9349-AD3C11313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9FC45-62AB-3943-E37A-777190D69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43DE7-E1AB-E347-AC4D-6A13303409E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02B0F-1525-E2CD-B79A-6BF2E6D9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AE481-D762-1C35-DBB2-218C6D7C4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EB542-1B93-5C4B-B732-0581DE808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501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925FA-EFD0-0CDB-4094-789FAB069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5574C-5BED-0818-C6C6-9507A9971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B5F06E-C137-22CA-2B49-5AFCE49E4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4EEC71-6650-E0D5-2C86-7BE8A6D2E8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3CCC51-2E75-5CFE-4385-112F87625F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CD5AD3-300E-FFF9-BC6F-AE3DE29BF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43DE7-E1AB-E347-AC4D-6A13303409E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3688BC-A99A-7895-9C0D-5630A6B4F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769A83-DD7F-0080-3361-4AD80A116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EB542-1B93-5C4B-B732-0581DE808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25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7AEB2-B6BA-42B5-9C38-436051D6A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83F3D-0C72-C421-F9C0-F9F844B96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43DE7-E1AB-E347-AC4D-6A13303409E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C9A36-7082-B14C-1113-C0FE812B2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8F28B-3B30-89DB-69BD-EFC50AEFD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EB542-1B93-5C4B-B732-0581DE808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283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7D774-CE69-CF62-6CCA-2689D2BBC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43DE7-E1AB-E347-AC4D-6A13303409E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EB6A7F-7059-BCE3-86EC-F1CFA2391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956C5-863A-2C34-52AE-B57A3A6DB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EB542-1B93-5C4B-B732-0581DE808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10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49CB2-54AB-E0CA-B617-81811175A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1C8C1-7266-A627-FDC9-E7D227F6C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C9CC6D-4437-C952-BFB7-B69B65EA7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DE0C58-0FCA-B870-BD2F-EA8B985EE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43DE7-E1AB-E347-AC4D-6A13303409E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89637-18DF-D73F-B675-832019BA6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DD896-8405-E901-7761-0BD5F3F3F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EB542-1B93-5C4B-B732-0581DE808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428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30A9B-E955-95E4-B76C-F036CF593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720846-1AFD-F5AF-EC0A-BB64DC0FC1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99693-CEE4-B1B7-25C0-0A884558E3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D4A20B-0145-C7D7-ADCF-4788DB45B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43DE7-E1AB-E347-AC4D-6A13303409E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24AA6-77E1-A4B9-0F9F-7CF2EE35F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03A33-04BA-6727-BF84-428EED617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EB542-1B93-5C4B-B732-0581DE808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296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B00B2-6203-4252-4135-0B269C151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48E3B-BE94-C0D5-C0CE-AEBDBC8DE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588F-0955-3DF8-FC4F-DB15D1376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43DE7-E1AB-E347-AC4D-6A13303409E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801A1-47FC-2F70-747F-356DD2DB0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06430-AF38-E89B-890F-FD3E82F99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EB542-1B93-5C4B-B732-0581DE808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464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0AB5DD-8555-EEE6-FDE4-2E3763C822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9D9AA7-ECCC-D488-887B-832E2E7C1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2CD38-60C1-F289-E68E-BA86B2B59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43DE7-E1AB-E347-AC4D-6A13303409E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749B5-642B-21A1-925F-C6E69238E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A9945-F71B-B131-58AD-9EEB17FB8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EB542-1B93-5C4B-B732-0581DE808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35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C76140-8732-FE56-6416-F3F7219D1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EB1CD-A89E-E6D0-72F5-F2406B333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B59A7-B7D0-51F0-5F47-7AF1729205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943DE7-E1AB-E347-AC4D-6A13303409E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0BEAA-153D-1CE3-D968-4D7C08311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F96B0-5A4F-FF63-B4DD-E0C0AAB31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6EB542-1B93-5C4B-B732-0581DE808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276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edubot.labirariset.com/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059EC4-BE26-4F77-AD7C-4AA1E1D8667C}"/>
              </a:ext>
            </a:extLst>
          </p:cNvPr>
          <p:cNvSpPr txBox="1"/>
          <p:nvPr/>
        </p:nvSpPr>
        <p:spPr>
          <a:xfrm>
            <a:off x="3049483" y="1354420"/>
            <a:ext cx="862992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Manual Book</a:t>
            </a:r>
          </a:p>
          <a:p>
            <a:endParaRPr lang="en-ID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D" sz="3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Rancang</a:t>
            </a:r>
            <a:r>
              <a:rPr lang="en-ID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3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Bangun</a:t>
            </a:r>
            <a:r>
              <a:rPr lang="en-ID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Chatbot </a:t>
            </a:r>
            <a:r>
              <a:rPr lang="en-ID" sz="3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Edukasi</a:t>
            </a:r>
            <a:r>
              <a:rPr lang="en-ID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3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Siswa</a:t>
            </a:r>
            <a:r>
              <a:rPr lang="en-ID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3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Sekolah</a:t>
            </a:r>
            <a:r>
              <a:rPr lang="en-ID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Dasar </a:t>
            </a:r>
            <a:r>
              <a:rPr lang="en-ID" sz="3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Semantic Filtering Layer </a:t>
            </a:r>
            <a:r>
              <a:rPr lang="en-ID" sz="3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Berbasis</a:t>
            </a:r>
            <a:r>
              <a:rPr lang="en-ID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3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NeMo</a:t>
            </a:r>
            <a:r>
              <a:rPr lang="en-ID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Guardrails.</a:t>
            </a:r>
          </a:p>
          <a:p>
            <a:endParaRPr lang="id-ID" sz="4000" kern="1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F19F8C-C825-71E3-0361-A979EF074398}"/>
              </a:ext>
            </a:extLst>
          </p:cNvPr>
          <p:cNvSpPr txBox="1"/>
          <p:nvPr/>
        </p:nvSpPr>
        <p:spPr>
          <a:xfrm>
            <a:off x="4866814" y="4864003"/>
            <a:ext cx="70320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Kevin Saputra – 535220139</a:t>
            </a:r>
          </a:p>
          <a:p>
            <a:pPr algn="r"/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Pembimbing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sz="2400" dirty="0">
                <a:solidFill>
                  <a:srgbClr val="FFFFFF"/>
                </a:solidFill>
                <a:latin typeface="Arial MT"/>
                <a:cs typeface="Arial MT"/>
              </a:rPr>
              <a:t>Viny</a:t>
            </a:r>
            <a:r>
              <a:rPr lang="en-US"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Arial MT"/>
                <a:cs typeface="Arial MT"/>
              </a:rPr>
              <a:t>Christanti</a:t>
            </a:r>
            <a:r>
              <a:rPr lang="en-US"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Arial MT"/>
                <a:cs typeface="Arial MT"/>
              </a:rPr>
              <a:t>M.,</a:t>
            </a:r>
            <a:r>
              <a:rPr lang="en-US"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al MT"/>
                <a:cs typeface="Arial MT"/>
              </a:rPr>
              <a:t>S.Kom</a:t>
            </a:r>
            <a:r>
              <a:rPr lang="en-US" sz="2400" dirty="0">
                <a:solidFill>
                  <a:srgbClr val="FFFFFF"/>
                </a:solidFill>
                <a:latin typeface="Arial MT"/>
                <a:cs typeface="Arial MT"/>
              </a:rPr>
              <a:t>.,</a:t>
            </a:r>
            <a:r>
              <a:rPr lang="en-US"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400" spc="-10" dirty="0" err="1">
                <a:solidFill>
                  <a:srgbClr val="FFFFFF"/>
                </a:solidFill>
                <a:latin typeface="Arial MT"/>
                <a:cs typeface="Arial MT"/>
              </a:rPr>
              <a:t>M.Kom</a:t>
            </a:r>
            <a:r>
              <a:rPr lang="en-US" sz="2400" spc="-10" dirty="0">
                <a:solidFill>
                  <a:srgbClr val="FFFFFF"/>
                </a:solidFill>
                <a:latin typeface="Arial MT"/>
                <a:cs typeface="Arial MT"/>
              </a:rPr>
              <a:t>.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r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Universitas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Tarumanagara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732C59-D660-FF7C-6CF6-4BB5011BD855}"/>
              </a:ext>
            </a:extLst>
          </p:cNvPr>
          <p:cNvCxnSpPr>
            <a:cxnSpLocks/>
          </p:cNvCxnSpPr>
          <p:nvPr/>
        </p:nvCxnSpPr>
        <p:spPr>
          <a:xfrm>
            <a:off x="9356942" y="4747364"/>
            <a:ext cx="242919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974D60-3EFE-FB35-6C6C-1628CA131DA7}"/>
              </a:ext>
            </a:extLst>
          </p:cNvPr>
          <p:cNvSpPr txBox="1"/>
          <p:nvPr/>
        </p:nvSpPr>
        <p:spPr>
          <a:xfrm>
            <a:off x="405867" y="5821864"/>
            <a:ext cx="6096000" cy="652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50"/>
              </a:spcBef>
            </a:pPr>
            <a:r>
              <a:rPr lang="en-ID" sz="1800" b="1" dirty="0" err="1">
                <a:solidFill>
                  <a:srgbClr val="FFFFFF"/>
                </a:solidFill>
                <a:latin typeface="Arial"/>
                <a:cs typeface="Arial"/>
              </a:rPr>
              <a:t>Fakultas</a:t>
            </a:r>
            <a:r>
              <a:rPr lang="en-ID" sz="1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D" sz="1800" b="1" spc="-10" dirty="0" err="1">
                <a:solidFill>
                  <a:srgbClr val="FFFFFF"/>
                </a:solidFill>
                <a:latin typeface="Arial"/>
                <a:cs typeface="Arial"/>
              </a:rPr>
              <a:t>Teknologi</a:t>
            </a:r>
            <a:r>
              <a:rPr lang="en-ID" sz="18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D" sz="1800" b="1" spc="-10" dirty="0" err="1">
                <a:solidFill>
                  <a:srgbClr val="FFFFFF"/>
                </a:solidFill>
                <a:latin typeface="Arial"/>
                <a:cs typeface="Arial"/>
              </a:rPr>
              <a:t>Informasi</a:t>
            </a:r>
            <a:endParaRPr lang="en-ID" sz="1800" b="1" spc="-1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  <a:spcBef>
                <a:spcPts val="50"/>
              </a:spcBef>
            </a:pPr>
            <a:r>
              <a:rPr lang="en-ID" sz="1800" b="1" dirty="0">
                <a:solidFill>
                  <a:srgbClr val="FFFFFF"/>
                </a:solidFill>
                <a:latin typeface="Arial"/>
                <a:cs typeface="Arial"/>
              </a:rPr>
              <a:t>Universitas</a:t>
            </a:r>
            <a:r>
              <a:rPr lang="en-ID" sz="18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D" sz="1800" b="1" spc="-10" dirty="0" err="1">
                <a:solidFill>
                  <a:srgbClr val="FFFFFF"/>
                </a:solidFill>
                <a:latin typeface="Arial"/>
                <a:cs typeface="Arial"/>
              </a:rPr>
              <a:t>Tarumanagara</a:t>
            </a:r>
            <a:endParaRPr lang="en-ID" sz="1800" dirty="0">
              <a:latin typeface="Arial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06D32E-4BCE-29E4-93C5-4BEA9A55E6D9}"/>
              </a:ext>
            </a:extLst>
          </p:cNvPr>
          <p:cNvSpPr txBox="1"/>
          <p:nvPr/>
        </p:nvSpPr>
        <p:spPr>
          <a:xfrm>
            <a:off x="405867" y="55300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ID" sz="1800" b="1" dirty="0">
                <a:solidFill>
                  <a:srgbClr val="FFFFFF"/>
                </a:solidFill>
                <a:latin typeface="Arial"/>
                <a:cs typeface="Arial"/>
              </a:rPr>
              <a:t>Program</a:t>
            </a:r>
            <a:r>
              <a:rPr lang="en-ID" sz="1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D" sz="1800" b="1" dirty="0">
                <a:solidFill>
                  <a:srgbClr val="FFFFFF"/>
                </a:solidFill>
                <a:latin typeface="Arial"/>
                <a:cs typeface="Arial"/>
              </a:rPr>
              <a:t>Studi</a:t>
            </a:r>
            <a:r>
              <a:rPr lang="en-ID" sz="1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D" sz="1800" b="1" spc="-10" dirty="0">
                <a:solidFill>
                  <a:srgbClr val="FFFFFF"/>
                </a:solidFill>
                <a:latin typeface="Arial"/>
                <a:cs typeface="Arial"/>
              </a:rPr>
              <a:t>Teknik</a:t>
            </a:r>
            <a:r>
              <a:rPr lang="en-ID" sz="18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D" sz="1800" b="1" spc="-10" dirty="0" err="1">
                <a:solidFill>
                  <a:srgbClr val="FFFFFF"/>
                </a:solidFill>
                <a:latin typeface="Arial"/>
                <a:cs typeface="Arial"/>
              </a:rPr>
              <a:t>Informatika</a:t>
            </a:r>
            <a:endParaRPr lang="en-ID"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1932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0E042-BBA2-3E8E-F8A0-EE4A043EA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6078DCF-3A06-B78E-04FF-45BB04364BA1}"/>
              </a:ext>
            </a:extLst>
          </p:cNvPr>
          <p:cNvSpPr/>
          <p:nvPr/>
        </p:nvSpPr>
        <p:spPr>
          <a:xfrm>
            <a:off x="0" y="488514"/>
            <a:ext cx="12192000" cy="1453019"/>
          </a:xfrm>
          <a:prstGeom prst="rect">
            <a:avLst/>
          </a:prstGeom>
          <a:solidFill>
            <a:srgbClr val="A11527"/>
          </a:solidFill>
          <a:ln>
            <a:solidFill>
              <a:srgbClr val="A115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4597F9-014B-B6FA-015E-E84D5A968ECF}"/>
              </a:ext>
            </a:extLst>
          </p:cNvPr>
          <p:cNvSpPr txBox="1"/>
          <p:nvPr/>
        </p:nvSpPr>
        <p:spPr>
          <a:xfrm>
            <a:off x="321931" y="839244"/>
            <a:ext cx="105706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Daftar Isi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B13776-F8F6-2BA6-2F58-F5DB02F5A5C9}"/>
              </a:ext>
            </a:extLst>
          </p:cNvPr>
          <p:cNvSpPr txBox="1"/>
          <p:nvPr/>
        </p:nvSpPr>
        <p:spPr>
          <a:xfrm>
            <a:off x="321930" y="2153155"/>
            <a:ext cx="11870070" cy="4092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8450" marR="835660" indent="-285750">
              <a:lnSpc>
                <a:spcPts val="4300"/>
              </a:lnSpc>
              <a:spcBef>
                <a:spcPts val="260"/>
              </a:spcBef>
              <a:buFont typeface="Arial" panose="020B0604020202020204" pitchFamily="34" charset="0"/>
              <a:buChar char="•"/>
              <a:tabLst>
                <a:tab pos="401320" algn="l"/>
              </a:tabLst>
            </a:pPr>
            <a:r>
              <a:rPr lang="en-ID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Deskripsi</a:t>
            </a:r>
            <a:endParaRPr lang="en-ID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98450" marR="835660" indent="-285750">
              <a:lnSpc>
                <a:spcPts val="4300"/>
              </a:lnSpc>
              <a:spcBef>
                <a:spcPts val="260"/>
              </a:spcBef>
              <a:buFont typeface="Arial" panose="020B0604020202020204" pitchFamily="34" charset="0"/>
              <a:buChar char="•"/>
              <a:tabLst>
                <a:tab pos="401320" algn="l"/>
              </a:tabLst>
            </a:pPr>
            <a:r>
              <a:rPr lang="en-ID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Cara Akses</a:t>
            </a:r>
          </a:p>
          <a:p>
            <a:pPr marL="298450" marR="835660" indent="-285750">
              <a:lnSpc>
                <a:spcPts val="4300"/>
              </a:lnSpc>
              <a:spcBef>
                <a:spcPts val="260"/>
              </a:spcBef>
              <a:buFont typeface="Arial" panose="020B0604020202020204" pitchFamily="34" charset="0"/>
              <a:buChar char="•"/>
              <a:tabLst>
                <a:tab pos="401320" algn="l"/>
              </a:tabLst>
            </a:pPr>
            <a:r>
              <a:rPr lang="en-ID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Login dan Register</a:t>
            </a:r>
          </a:p>
          <a:p>
            <a:pPr marL="298450" marR="835660" indent="-285750">
              <a:lnSpc>
                <a:spcPts val="4300"/>
              </a:lnSpc>
              <a:spcBef>
                <a:spcPts val="260"/>
              </a:spcBef>
              <a:buFont typeface="Arial" panose="020B0604020202020204" pitchFamily="34" charset="0"/>
              <a:buChar char="•"/>
              <a:tabLst>
                <a:tab pos="401320" algn="l"/>
              </a:tabLst>
            </a:pPr>
            <a:r>
              <a:rPr lang="en-ID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</a:t>
            </a:r>
          </a:p>
          <a:p>
            <a:pPr marL="298450" marR="835660" indent="-285750">
              <a:lnSpc>
                <a:spcPts val="4300"/>
              </a:lnSpc>
              <a:spcBef>
                <a:spcPts val="260"/>
              </a:spcBef>
              <a:buFont typeface="Arial" panose="020B0604020202020204" pitchFamily="34" charset="0"/>
              <a:buChar char="•"/>
              <a:tabLst>
                <a:tab pos="401320" algn="l"/>
              </a:tabLst>
            </a:pPr>
            <a:r>
              <a:rPr lang="en-ID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Chat Message</a:t>
            </a:r>
          </a:p>
          <a:p>
            <a:pPr marL="298450" marR="835660" indent="-285750">
              <a:lnSpc>
                <a:spcPts val="4300"/>
              </a:lnSpc>
              <a:spcBef>
                <a:spcPts val="260"/>
              </a:spcBef>
              <a:buFont typeface="Arial" panose="020B0604020202020204" pitchFamily="34" charset="0"/>
              <a:buChar char="•"/>
              <a:tabLst>
                <a:tab pos="401320" algn="l"/>
              </a:tabLst>
            </a:pPr>
            <a:endParaRPr lang="en-ID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98450" marR="835660" indent="-285750">
              <a:lnSpc>
                <a:spcPts val="4300"/>
              </a:lnSpc>
              <a:spcBef>
                <a:spcPts val="260"/>
              </a:spcBef>
              <a:buFont typeface="Arial" panose="020B0604020202020204" pitchFamily="34" charset="0"/>
              <a:buChar char="•"/>
              <a:tabLst>
                <a:tab pos="401320" algn="l"/>
              </a:tabLst>
            </a:pPr>
            <a:endParaRPr lang="en-ID" sz="2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730366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F2FC5-A28A-BD96-3B1B-130264671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47C8B24-27B5-B8F3-D0D9-5B42BE809C09}"/>
              </a:ext>
            </a:extLst>
          </p:cNvPr>
          <p:cNvSpPr/>
          <p:nvPr/>
        </p:nvSpPr>
        <p:spPr>
          <a:xfrm>
            <a:off x="0" y="488514"/>
            <a:ext cx="12192000" cy="1453019"/>
          </a:xfrm>
          <a:prstGeom prst="rect">
            <a:avLst/>
          </a:prstGeom>
          <a:solidFill>
            <a:srgbClr val="A11527"/>
          </a:solidFill>
          <a:ln>
            <a:solidFill>
              <a:srgbClr val="A115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2BAAE7-087F-4EB8-B5AB-C146095188AE}"/>
              </a:ext>
            </a:extLst>
          </p:cNvPr>
          <p:cNvSpPr txBox="1"/>
          <p:nvPr/>
        </p:nvSpPr>
        <p:spPr>
          <a:xfrm>
            <a:off x="321931" y="839244"/>
            <a:ext cx="105706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Deskripsi</a:t>
            </a:r>
            <a:endParaRPr lang="en-US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2C4E71-0634-63AF-CD17-D9BC73631AB3}"/>
              </a:ext>
            </a:extLst>
          </p:cNvPr>
          <p:cNvSpPr txBox="1"/>
          <p:nvPr/>
        </p:nvSpPr>
        <p:spPr>
          <a:xfrm>
            <a:off x="321930" y="2153155"/>
            <a:ext cx="11870070" cy="3950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835660">
              <a:lnSpc>
                <a:spcPct val="150000"/>
              </a:lnSpc>
              <a:spcBef>
                <a:spcPts val="260"/>
              </a:spcBef>
              <a:tabLst>
                <a:tab pos="401320" algn="l"/>
              </a:tabLst>
            </a:pP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Aplikasi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memiliki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fungsi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sebuah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chatbot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edukasi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siswa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sekolah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dasar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kelas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4,5 dan 6,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mata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Pelajaran IPAS, PJOK dan ,Pendidikan Pancasila. chatbot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edukasi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memastikan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bahwa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jawaban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diberikan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kepada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murid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bersumber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buku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disediakan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sekolah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serta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aman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kata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kata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kasar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serta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halusinasi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bisa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direalisasikan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input dan output guardrail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Nvidia Nemo Guardrail,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serta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Mistralnemo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LLM 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chatbot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98450" marR="835660" indent="-285750">
              <a:lnSpc>
                <a:spcPts val="4300"/>
              </a:lnSpc>
              <a:spcBef>
                <a:spcPts val="260"/>
              </a:spcBef>
              <a:buFont typeface="Arial" panose="020B0604020202020204" pitchFamily="34" charset="0"/>
              <a:buChar char="•"/>
              <a:tabLst>
                <a:tab pos="401320" algn="l"/>
              </a:tabLst>
            </a:pPr>
            <a:endParaRPr lang="en-ID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98450" marR="835660" indent="-285750">
              <a:lnSpc>
                <a:spcPts val="4300"/>
              </a:lnSpc>
              <a:spcBef>
                <a:spcPts val="260"/>
              </a:spcBef>
              <a:buFont typeface="Arial" panose="020B0604020202020204" pitchFamily="34" charset="0"/>
              <a:buChar char="•"/>
              <a:tabLst>
                <a:tab pos="401320" algn="l"/>
              </a:tabLst>
            </a:pPr>
            <a:endParaRPr lang="en-ID" sz="16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186404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EA044-52E0-2763-DA5E-38C6FC542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69C31E-9365-C8D5-D182-E455C0C6C28B}"/>
              </a:ext>
            </a:extLst>
          </p:cNvPr>
          <p:cNvSpPr/>
          <p:nvPr/>
        </p:nvSpPr>
        <p:spPr>
          <a:xfrm>
            <a:off x="0" y="488514"/>
            <a:ext cx="12192000" cy="1453019"/>
          </a:xfrm>
          <a:prstGeom prst="rect">
            <a:avLst/>
          </a:prstGeom>
          <a:solidFill>
            <a:srgbClr val="A11527"/>
          </a:solidFill>
          <a:ln>
            <a:solidFill>
              <a:srgbClr val="A115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292C31-5DF8-EF9B-1C3A-1BEA9378C698}"/>
              </a:ext>
            </a:extLst>
          </p:cNvPr>
          <p:cNvSpPr txBox="1"/>
          <p:nvPr/>
        </p:nvSpPr>
        <p:spPr>
          <a:xfrm>
            <a:off x="321931" y="839244"/>
            <a:ext cx="105706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 Akses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2B98EF-AC16-7C0A-ADB8-313BE2140C2B}"/>
              </a:ext>
            </a:extLst>
          </p:cNvPr>
          <p:cNvSpPr txBox="1"/>
          <p:nvPr/>
        </p:nvSpPr>
        <p:spPr>
          <a:xfrm>
            <a:off x="321930" y="2153155"/>
            <a:ext cx="11870070" cy="55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835660">
              <a:lnSpc>
                <a:spcPts val="4300"/>
              </a:lnSpc>
              <a:spcBef>
                <a:spcPts val="260"/>
              </a:spcBef>
              <a:tabLst>
                <a:tab pos="40132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kolom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browser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ketik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http://edubot.labirariset.com/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http://localhost:8000/</a:t>
            </a:r>
            <a:endParaRPr lang="en-ID" sz="1600" dirty="0">
              <a:latin typeface="Arial MT"/>
              <a:cs typeface="Arial M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B1585A-0A57-BBEE-2B9E-33D17826E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689" y="2828321"/>
            <a:ext cx="5367079" cy="383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32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58EC2-1173-6F43-03C4-65F0F2E5A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04CCC18-1E9F-BFEB-D922-08F9AA8ACA46}"/>
              </a:ext>
            </a:extLst>
          </p:cNvPr>
          <p:cNvSpPr/>
          <p:nvPr/>
        </p:nvSpPr>
        <p:spPr>
          <a:xfrm>
            <a:off x="0" y="488514"/>
            <a:ext cx="12192000" cy="1453019"/>
          </a:xfrm>
          <a:prstGeom prst="rect">
            <a:avLst/>
          </a:prstGeom>
          <a:solidFill>
            <a:srgbClr val="A11527"/>
          </a:solidFill>
          <a:ln>
            <a:solidFill>
              <a:srgbClr val="A115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4C00CC-4A38-2574-ABA7-DE107D0477B4}"/>
              </a:ext>
            </a:extLst>
          </p:cNvPr>
          <p:cNvSpPr txBox="1"/>
          <p:nvPr/>
        </p:nvSpPr>
        <p:spPr>
          <a:xfrm>
            <a:off x="321931" y="839244"/>
            <a:ext cx="105706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Login dan Register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0BBEB8-2311-5E9F-7092-4F338CCB9BE2}"/>
              </a:ext>
            </a:extLst>
          </p:cNvPr>
          <p:cNvSpPr txBox="1"/>
          <p:nvPr/>
        </p:nvSpPr>
        <p:spPr>
          <a:xfrm>
            <a:off x="0" y="1959415"/>
            <a:ext cx="8110728" cy="1227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835660">
              <a:spcBef>
                <a:spcPts val="260"/>
              </a:spcBef>
              <a:tabLst>
                <a:tab pos="401320" algn="l"/>
              </a:tabLs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Pada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halaman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siswa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diwajibkan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mendaftarkan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akun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akun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telah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dibuat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mengakses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Edubot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2700" marR="835660">
              <a:lnSpc>
                <a:spcPts val="4300"/>
              </a:lnSpc>
              <a:spcBef>
                <a:spcPts val="260"/>
              </a:spcBef>
              <a:tabLst>
                <a:tab pos="401320" algn="l"/>
              </a:tabLs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83A79E-74FF-C195-139F-00FF3AF57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588" y="2912739"/>
            <a:ext cx="3191570" cy="32444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386245-2528-586E-E1A7-B7076093D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851" y="2899300"/>
            <a:ext cx="3705645" cy="325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964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D63AE-7F0F-003C-FA34-257BB513A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CE217-3F53-EA65-BB71-EFED264DC058}"/>
              </a:ext>
            </a:extLst>
          </p:cNvPr>
          <p:cNvSpPr/>
          <p:nvPr/>
        </p:nvSpPr>
        <p:spPr>
          <a:xfrm>
            <a:off x="0" y="488514"/>
            <a:ext cx="12192000" cy="1453019"/>
          </a:xfrm>
          <a:prstGeom prst="rect">
            <a:avLst/>
          </a:prstGeom>
          <a:solidFill>
            <a:srgbClr val="A11527"/>
          </a:solidFill>
          <a:ln>
            <a:solidFill>
              <a:srgbClr val="A115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94A7A0-0923-B5B4-2624-EC5A74E760EB}"/>
              </a:ext>
            </a:extLst>
          </p:cNvPr>
          <p:cNvSpPr txBox="1"/>
          <p:nvPr/>
        </p:nvSpPr>
        <p:spPr>
          <a:xfrm>
            <a:off x="389105" y="830302"/>
            <a:ext cx="105706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9C2856-B55F-C6B6-54AA-5B2F87692EB4}"/>
              </a:ext>
            </a:extLst>
          </p:cNvPr>
          <p:cNvSpPr txBox="1"/>
          <p:nvPr/>
        </p:nvSpPr>
        <p:spPr>
          <a:xfrm>
            <a:off x="0" y="1941531"/>
            <a:ext cx="1219200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835660">
              <a:lnSpc>
                <a:spcPct val="150000"/>
              </a:lnSpc>
              <a:spcBef>
                <a:spcPts val="260"/>
              </a:spcBef>
              <a:tabLst>
                <a:tab pos="401320" algn="l"/>
              </a:tabLs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Pada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halaman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siswa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akan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melakukan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pemilihan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kelas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serta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matapelajaran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ingin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siswa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sekolah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dasar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D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2CADA8-A023-9592-DB32-0BF95CBE7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05" y="2909488"/>
            <a:ext cx="4755193" cy="38041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343115-ABF9-6D75-86D7-3E7B08639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4434" y="2830637"/>
            <a:ext cx="4831170" cy="380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34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F3F9A-30DB-4D7D-8327-8B5E8CA86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0FBBEB9-CB16-CCBD-D817-74635B6C1E62}"/>
              </a:ext>
            </a:extLst>
          </p:cNvPr>
          <p:cNvSpPr/>
          <p:nvPr/>
        </p:nvSpPr>
        <p:spPr>
          <a:xfrm>
            <a:off x="0" y="488514"/>
            <a:ext cx="12192000" cy="1453019"/>
          </a:xfrm>
          <a:prstGeom prst="rect">
            <a:avLst/>
          </a:prstGeom>
          <a:solidFill>
            <a:srgbClr val="A11527"/>
          </a:solidFill>
          <a:ln>
            <a:solidFill>
              <a:srgbClr val="A115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A25F71-9E13-454D-00BD-CFE0B8B9FC0E}"/>
              </a:ext>
            </a:extLst>
          </p:cNvPr>
          <p:cNvSpPr txBox="1"/>
          <p:nvPr/>
        </p:nvSpPr>
        <p:spPr>
          <a:xfrm>
            <a:off x="321931" y="839244"/>
            <a:ext cx="105706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 Message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D629D7-626D-0F66-2849-704854AD508B}"/>
              </a:ext>
            </a:extLst>
          </p:cNvPr>
          <p:cNvSpPr txBox="1"/>
          <p:nvPr/>
        </p:nvSpPr>
        <p:spPr>
          <a:xfrm>
            <a:off x="210312" y="1999378"/>
            <a:ext cx="11981688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835660" algn="just">
              <a:lnSpc>
                <a:spcPct val="150000"/>
              </a:lnSpc>
              <a:spcBef>
                <a:spcPts val="260"/>
              </a:spcBef>
              <a:tabLst>
                <a:tab pos="401320" algn="l"/>
              </a:tabLst>
            </a:pP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siswa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memilih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kelas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Pelajaran yang di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inginkan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akan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beralih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halaman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chat message,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disini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siswa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bisa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beebas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mempertanyakan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pertanyaan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sesuai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kelas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dipilih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terdapat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fungsi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tombol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Ganti di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kanan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akan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mengalihkan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halaman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utama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memilih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ulang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kelas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Pelajaran.</a:t>
            </a:r>
            <a:endParaRPr lang="en-ID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60D7A2-175D-2365-2A31-AE6435BDE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685" y="3161491"/>
            <a:ext cx="4154775" cy="3436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822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059EC4-BE26-4F77-AD7C-4AA1E1D8667C}"/>
              </a:ext>
            </a:extLst>
          </p:cNvPr>
          <p:cNvSpPr txBox="1"/>
          <p:nvPr/>
        </p:nvSpPr>
        <p:spPr>
          <a:xfrm>
            <a:off x="6197649" y="2492680"/>
            <a:ext cx="57137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TERIMA KASIH</a:t>
            </a:r>
          </a:p>
        </p:txBody>
      </p:sp>
    </p:spTree>
    <p:extLst>
      <p:ext uri="{BB962C8B-B14F-4D97-AF65-F5344CB8AC3E}">
        <p14:creationId xmlns:p14="http://schemas.microsoft.com/office/powerpoint/2010/main" val="3055177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daa4309-834d-4bc6-825e-162aedea17f0">
      <Terms xmlns="http://schemas.microsoft.com/office/infopath/2007/PartnerControls"/>
    </lcf76f155ced4ddcb4097134ff3c332f>
    <TaxCatchAll xmlns="ae6d0575-b66e-4acf-acb0-8387aea6070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1F95A8064B0F4BB0E81F2AD76EEAC8" ma:contentTypeVersion="12" ma:contentTypeDescription="Create a new document." ma:contentTypeScope="" ma:versionID="63756523ad89a6b8b106a040fd794428">
  <xsd:schema xmlns:xsd="http://www.w3.org/2001/XMLSchema" xmlns:xs="http://www.w3.org/2001/XMLSchema" xmlns:p="http://schemas.microsoft.com/office/2006/metadata/properties" xmlns:ns2="8daa4309-834d-4bc6-825e-162aedea17f0" xmlns:ns3="ae6d0575-b66e-4acf-acb0-8387aea6070a" targetNamespace="http://schemas.microsoft.com/office/2006/metadata/properties" ma:root="true" ma:fieldsID="1a78ca8d87ad06c86d281c704daf6389" ns2:_="" ns3:_="">
    <xsd:import namespace="8daa4309-834d-4bc6-825e-162aedea17f0"/>
    <xsd:import namespace="ae6d0575-b66e-4acf-acb0-8387aea6070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aa4309-834d-4bc6-825e-162aedea17f0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4bbf21e-7695-43ce-8b27-bd9c1cdbdc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6d0575-b66e-4acf-acb0-8387aea6070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d9f88d55-7da5-48ff-b642-ee6c1b88e535}" ma:internalName="TaxCatchAll" ma:showField="CatchAllData" ma:web="ae6d0575-b66e-4acf-acb0-8387aea607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360ADD-D1C9-4FF6-90BF-746036BD05D4}">
  <ds:schemaRefs>
    <ds:schemaRef ds:uri="http://schemas.microsoft.com/office/2006/metadata/properties"/>
    <ds:schemaRef ds:uri="http://schemas.microsoft.com/office/infopath/2007/PartnerControls"/>
    <ds:schemaRef ds:uri="8daa4309-834d-4bc6-825e-162aedea17f0"/>
    <ds:schemaRef ds:uri="ae6d0575-b66e-4acf-acb0-8387aea6070a"/>
  </ds:schemaRefs>
</ds:datastoreItem>
</file>

<file path=customXml/itemProps2.xml><?xml version="1.0" encoding="utf-8"?>
<ds:datastoreItem xmlns:ds="http://schemas.openxmlformats.org/officeDocument/2006/customXml" ds:itemID="{631B5ECC-CD20-4653-8D86-82AE86DE26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3286D7-AB19-44D0-B2DF-E2BF2D8EA9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aa4309-834d-4bc6-825e-162aedea17f0"/>
    <ds:schemaRef ds:uri="ae6d0575-b66e-4acf-acb0-8387aea607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535220139_KEVIN_SAPUTRA</Template>
  <TotalTime>797</TotalTime>
  <Words>260</Words>
  <Application>Microsoft Office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Arial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saputra 109</dc:creator>
  <cp:lastModifiedBy>kevin saputra 109</cp:lastModifiedBy>
  <cp:revision>1</cp:revision>
  <dcterms:created xsi:type="dcterms:W3CDTF">2025-09-07T22:10:13Z</dcterms:created>
  <dcterms:modified xsi:type="dcterms:W3CDTF">2026-05-12T22:39:46Z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0x010100BE1F95A8064B0F4BB0E81F2AD76EEAC8</vt:lpwstr>
  </property>
  <property fmtid="{D5CDD505-2E9C-101B-9397-08002B2CF9AE}" pid="3" name="MediaServiceImageTags">
    <vt:lpwstr/>
  </property>
</Properties>
</file>